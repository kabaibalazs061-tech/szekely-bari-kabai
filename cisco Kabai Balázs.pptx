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911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249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55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6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902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930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02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44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072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294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9181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744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202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6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681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413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288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B85C14-3C3E-4A89-87AF-E47345374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Cisco routerek szerepe a modern hálózati infrastruktúrában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E55B434-6B86-478A-92DC-6C24B7EA7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6633" y="5875338"/>
            <a:ext cx="3327400" cy="1655762"/>
          </a:xfrm>
        </p:spPr>
        <p:txBody>
          <a:bodyPr/>
          <a:lstStyle/>
          <a:p>
            <a:r>
              <a:rPr lang="hu-HU" u="sng" dirty="0"/>
              <a:t>Készítette: </a:t>
            </a:r>
            <a:r>
              <a:rPr lang="hu-HU" dirty="0"/>
              <a:t>Kabai Balázs</a:t>
            </a:r>
          </a:p>
        </p:txBody>
      </p:sp>
    </p:spTree>
    <p:extLst>
      <p:ext uri="{BB962C8B-B14F-4D97-AF65-F5344CB8AC3E}">
        <p14:creationId xmlns:p14="http://schemas.microsoft.com/office/powerpoint/2010/main" val="188947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54B20C-D8AC-4FAF-A10F-F5E99B8F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sz="6600" dirty="0"/>
              <a:t>A Cisco rövid bemutatása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6B9F28-2446-4D3F-83D6-A92BC7782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7053"/>
            <a:ext cx="998728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Alapítva az 1980-as években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világ egyik vezető hálózati technológiai vállalata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Termékei: routerek,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switchek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biztonsági és felhőmegoldások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Megbízhatóság, skálázhatóság, széles körű támogatás</a:t>
            </a:r>
          </a:p>
        </p:txBody>
      </p:sp>
    </p:spTree>
    <p:extLst>
      <p:ext uri="{BB962C8B-B14F-4D97-AF65-F5344CB8AC3E}">
        <p14:creationId xmlns:p14="http://schemas.microsoft.com/office/powerpoint/2010/main" val="236434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2E42B5-404C-422D-9AA2-BB510E2A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A routerek működése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30FDC-5473-4A42-8C06-0066BEEB8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3553"/>
            <a:ext cx="840646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Feladat: adatcsomagok irányítása hálózatok között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Hardver + szoftver együttműködése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Cisco IOS: az eszközök operációs rendszere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 és grafikus felület (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Meraki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hu-HU" altLang="hu-H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729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D773A-1DE1-42A1-8606-E4F8D526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A Cisco IOS szerepe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9276AE-A7ED-4E4D-99E9-ABD1DBE1D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44005"/>
            <a:ext cx="761137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Testreszabható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konfiguráció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tűzfal, forgalomszűrés, biztonság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Rugalmasság: különböző hálózati igényekhez</a:t>
            </a:r>
          </a:p>
        </p:txBody>
      </p:sp>
    </p:spTree>
    <p:extLst>
      <p:ext uri="{BB962C8B-B14F-4D97-AF65-F5344CB8AC3E}">
        <p14:creationId xmlns:p14="http://schemas.microsoft.com/office/powerpoint/2010/main" val="362679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1C1E44-56D8-45E0-A869-8A10B4A7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hu-HU" sz="6600" dirty="0"/>
              <a:t>Cisco megoldások kisvállalatoknak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87789-8A77-4547-A5DA-34B2781B1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8175" y="2971105"/>
            <a:ext cx="840582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Router sorozat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Routing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biztonság +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VoIP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hu-HU" altLang="hu-HU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</a:t>
            </a: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-Fi egy eszközben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Ideális kisvállalatoknak és irodáknak</a:t>
            </a:r>
          </a:p>
        </p:txBody>
      </p:sp>
    </p:spTree>
    <p:extLst>
      <p:ext uri="{BB962C8B-B14F-4D97-AF65-F5344CB8AC3E}">
        <p14:creationId xmlns:p14="http://schemas.microsoft.com/office/powerpoint/2010/main" val="14557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E83A52-D5F4-4951-9DAD-5C3E9F27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sz="5400" dirty="0"/>
              <a:t>Cisco megoldások nagyvállalatoknak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802142-87AE-4C44-A71B-1161316B27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21059"/>
            <a:ext cx="89707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Több tíz gigabites teljesítmény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Redundáns hardverelemek (tápegység, ventilátor stb.)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Magas rendelkezésre állás és skálázhatóság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Valós idejű adatforgalom-optimalizálás</a:t>
            </a:r>
          </a:p>
        </p:txBody>
      </p:sp>
    </p:spTree>
    <p:extLst>
      <p:ext uri="{BB962C8B-B14F-4D97-AF65-F5344CB8AC3E}">
        <p14:creationId xmlns:p14="http://schemas.microsoft.com/office/powerpoint/2010/main" val="336687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2EF74C-A7AA-4104-A603-C0797DD6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/>
              <a:t>Összegzés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1AC096-00A2-440A-8C92-85A77B4C7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29753"/>
            <a:ext cx="694773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Fejlett technológia, biztonság és stabilitás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 hálózati méretre megoldást kínál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Globális támogatás és szakértelem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hálózati világ vezető szereplője</a:t>
            </a:r>
          </a:p>
        </p:txBody>
      </p:sp>
    </p:spTree>
    <p:extLst>
      <p:ext uri="{BB962C8B-B14F-4D97-AF65-F5344CB8AC3E}">
        <p14:creationId xmlns:p14="http://schemas.microsoft.com/office/powerpoint/2010/main" val="85161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FC58CA-9CBB-4E34-A001-2D1E2368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3351107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157</Words>
  <Application>Microsoft Office PowerPoint</Application>
  <PresentationFormat>Szélesvásznú</PresentationFormat>
  <Paragraphs>31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Dimenzió</vt:lpstr>
      <vt:lpstr>A Cisco routerek szerepe a modern hálózati infrastruktúrában</vt:lpstr>
      <vt:lpstr>A Cisco rövid bemutatása</vt:lpstr>
      <vt:lpstr>A routerek működése</vt:lpstr>
      <vt:lpstr>A Cisco IOS szerepe</vt:lpstr>
      <vt:lpstr>Cisco megoldások kisvállalatoknak</vt:lpstr>
      <vt:lpstr>Cisco megoldások nagyvállalatoknak</vt:lpstr>
      <vt:lpstr>Összegzés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Cisco routerek szerepe a modern hálózati infrastruktúrában</dc:title>
  <dc:creator>Kabai Balázs</dc:creator>
  <cp:lastModifiedBy>Kabai Balázs</cp:lastModifiedBy>
  <cp:revision>3</cp:revision>
  <dcterms:created xsi:type="dcterms:W3CDTF">2025-11-04T08:12:53Z</dcterms:created>
  <dcterms:modified xsi:type="dcterms:W3CDTF">2025-11-19T09:51:28Z</dcterms:modified>
</cp:coreProperties>
</file>