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Világos stílus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420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372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84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206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819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550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053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489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870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841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2141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441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4013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2752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9860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4987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7201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3EF4-C6AB-454A-8A80-535009364B1B}" type="datetimeFigureOut">
              <a:rPr lang="hu-HU" smtClean="0"/>
              <a:t>2025. 12. 16.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EEB58-02E3-43AB-974E-EC47D8712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2572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CBFB74-0216-43C2-BCB6-2FC6D73A6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Arduino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13D030-DDF2-4EC3-A38F-37248B414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85166"/>
            <a:ext cx="9001462" cy="1655762"/>
          </a:xfrm>
        </p:spPr>
        <p:txBody>
          <a:bodyPr/>
          <a:lstStyle/>
          <a:p>
            <a:r>
              <a:rPr lang="hu-HU" dirty="0"/>
              <a:t>Székely Máté</a:t>
            </a:r>
          </a:p>
        </p:txBody>
      </p:sp>
    </p:spTree>
    <p:extLst>
      <p:ext uri="{BB962C8B-B14F-4D97-AF65-F5344CB8AC3E}">
        <p14:creationId xmlns:p14="http://schemas.microsoft.com/office/powerpoint/2010/main" val="406539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1DA921-8E18-41EB-A8F4-68FE3207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endParaRPr lang="hu-H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932887-AA6D-4F02-B31B-A15952CD7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3197" y="1758930"/>
            <a:ext cx="98733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</a:t>
            </a: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egy nyílt forráskódú elektronikai platform,</a:t>
            </a:r>
            <a:b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amely hardverből és szoftverből áll, és könnyen tanulható.</a:t>
            </a:r>
            <a:b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Segítségével egyszerűen vezérelhetők LED-ek, szenzorok és motorok.</a:t>
            </a:r>
            <a:b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Gyakran használják oktatásban, hobbiprojektekhez és prototípusok készítésére.</a:t>
            </a:r>
          </a:p>
        </p:txBody>
      </p:sp>
    </p:spTree>
    <p:extLst>
      <p:ext uri="{BB962C8B-B14F-4D97-AF65-F5344CB8AC3E}">
        <p14:creationId xmlns:p14="http://schemas.microsoft.com/office/powerpoint/2010/main" val="33459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DB691E-2812-4DD9-86BB-C02847BF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Mikrokontrolleres érzékelés és vezérlés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F9B2E4-19C0-4566-976B-C0F084924E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3613" y="1690688"/>
            <a:ext cx="1148838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mikrokontrolleres érzékelés során különböző szenzorok segítségével adatokat gyűjtünk a környezetből.</a:t>
            </a:r>
            <a:b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Ezeket az adatokat a mikrokontroller feldolgozza, és döntéseket hoz előre megírt program alapján.</a:t>
            </a:r>
            <a:b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vezérlés során kimeneti eszközöket, például LED-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eket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motorokat vagy reléket irányít.</a:t>
            </a:r>
            <a:b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Így automatizált rendszerek hozhatók létre, amelyek reagálnak a környezeti változásokra.</a:t>
            </a:r>
          </a:p>
        </p:txBody>
      </p:sp>
    </p:spTree>
    <p:extLst>
      <p:ext uri="{BB962C8B-B14F-4D97-AF65-F5344CB8AC3E}">
        <p14:creationId xmlns:p14="http://schemas.microsoft.com/office/powerpoint/2010/main" val="200633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3DD993-981F-46D7-921B-03F31FC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29" y="403639"/>
            <a:ext cx="10353761" cy="1326321"/>
          </a:xfrm>
        </p:spPr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Forgalomban lévő modellek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BE42A5-61E4-4FB7-A7B3-ABBAB539F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0"/>
            <a:ext cx="4905114" cy="3962400"/>
          </a:xfrm>
        </p:spPr>
        <p:txBody>
          <a:bodyPr/>
          <a:lstStyle/>
          <a:p>
            <a:r>
              <a:rPr lang="hu-HU" sz="3200" dirty="0" err="1"/>
              <a:t>Arduino</a:t>
            </a:r>
            <a:r>
              <a:rPr lang="hu-HU" sz="3200" dirty="0"/>
              <a:t> </a:t>
            </a:r>
            <a:r>
              <a:rPr lang="hu-HU" sz="3200" dirty="0" err="1"/>
              <a:t>Uno</a:t>
            </a:r>
            <a:r>
              <a:rPr lang="hu-HU" sz="3200" dirty="0"/>
              <a:t> </a:t>
            </a:r>
            <a:r>
              <a:rPr lang="hu-HU" sz="3200" dirty="0" err="1"/>
              <a:t>Revision</a:t>
            </a:r>
            <a:r>
              <a:rPr lang="hu-HU" sz="3200" dirty="0"/>
              <a:t> 3</a:t>
            </a:r>
          </a:p>
          <a:p>
            <a:r>
              <a:rPr lang="hu-HU" dirty="0"/>
              <a:t>ATmega328P mikrokontrollerre épülő fejlesztőpanel.</a:t>
            </a:r>
            <a:br>
              <a:rPr lang="hu-HU" dirty="0"/>
            </a:br>
            <a:r>
              <a:rPr lang="hu-HU" dirty="0"/>
              <a:t>14 digitális és 6 analóg bemenet/kimenettel rendelkezik, valamint USB-n keresztül programozható.</a:t>
            </a:r>
            <a:br>
              <a:rPr lang="hu-HU" dirty="0"/>
            </a:br>
            <a:r>
              <a:rPr lang="hu-HU" dirty="0"/>
              <a:t>Gyakran használják oktatásban és kezdő elektronikai projektekhez.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7938FE79-1EAF-417B-B568-0ED6CA97C731}"/>
              </a:ext>
            </a:extLst>
          </p:cNvPr>
          <p:cNvSpPr/>
          <p:nvPr/>
        </p:nvSpPr>
        <p:spPr>
          <a:xfrm>
            <a:off x="6187044" y="2529445"/>
            <a:ext cx="333696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000" dirty="0"/>
              <a:t>Az </a:t>
            </a:r>
            <a:r>
              <a:rPr lang="hu-HU" sz="2000" dirty="0" err="1"/>
              <a:t>Arduino</a:t>
            </a:r>
            <a:r>
              <a:rPr lang="hu-HU" sz="2000" dirty="0"/>
              <a:t> MKR sorozat kis méretű, vezeték nélküli képességekkel rendelkező mikrokontroller.</a:t>
            </a:r>
          </a:p>
          <a:p>
            <a:r>
              <a:rPr lang="hu-HU" sz="2000" dirty="0"/>
              <a:t>Ideális </a:t>
            </a:r>
            <a:r>
              <a:rPr lang="hu-HU" sz="2000" dirty="0" err="1"/>
              <a:t>IoT</a:t>
            </a:r>
            <a:r>
              <a:rPr lang="hu-HU" sz="2000" dirty="0"/>
              <a:t>-projektekhez és hordozható eszközökhöz.</a:t>
            </a:r>
          </a:p>
          <a:p>
            <a:r>
              <a:rPr lang="hu-HU" sz="2000" dirty="0"/>
              <a:t>Az </a:t>
            </a:r>
            <a:r>
              <a:rPr lang="hu-HU" sz="2000" dirty="0" err="1"/>
              <a:t>Arduino</a:t>
            </a:r>
            <a:r>
              <a:rPr lang="hu-HU" sz="2000" dirty="0"/>
              <a:t> </a:t>
            </a:r>
            <a:r>
              <a:rPr lang="hu-HU" sz="2000" dirty="0" err="1"/>
              <a:t>Nano</a:t>
            </a:r>
            <a:r>
              <a:rPr lang="hu-HU" sz="2000" dirty="0"/>
              <a:t> pedig kompakt, egyszerűen használható panel, kezdő és kis méretű projektekhez.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F48502E-9A73-4D2A-8A52-8A9DEAF2F498}"/>
              </a:ext>
            </a:extLst>
          </p:cNvPr>
          <p:cNvSpPr/>
          <p:nvPr/>
        </p:nvSpPr>
        <p:spPr>
          <a:xfrm>
            <a:off x="6187044" y="1910745"/>
            <a:ext cx="3471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MKR </a:t>
            </a:r>
            <a:r>
              <a:rPr lang="es-ES" sz="2400" dirty="0" err="1"/>
              <a:t>és</a:t>
            </a:r>
            <a:r>
              <a:rPr lang="es-ES" sz="2400" dirty="0"/>
              <a:t> Nano 3 sor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85916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95BE0C-D1E8-418E-B467-58BA9F7E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732" y="-194751"/>
            <a:ext cx="10353761" cy="1326321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Forgalomban lévő modellek javulása</a:t>
            </a:r>
            <a:endParaRPr lang="hu-HU" dirty="0"/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7B8D8669-DBED-4FCF-AC6B-9791E51BF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039547"/>
              </p:ext>
            </p:extLst>
          </p:nvPr>
        </p:nvGraphicFramePr>
        <p:xfrm>
          <a:off x="213756" y="878774"/>
          <a:ext cx="11602193" cy="5595197"/>
        </p:xfrm>
        <a:graphic>
          <a:graphicData uri="http://schemas.openxmlformats.org/drawingml/2006/table">
            <a:tbl>
              <a:tblPr/>
              <a:tblGrid>
                <a:gridCol w="3354614">
                  <a:extLst>
                    <a:ext uri="{9D8B030D-6E8A-4147-A177-3AD203B41FA5}">
                      <a16:colId xmlns:a16="http://schemas.microsoft.com/office/drawing/2014/main" val="3404542142"/>
                    </a:ext>
                  </a:extLst>
                </a:gridCol>
                <a:gridCol w="2749193">
                  <a:extLst>
                    <a:ext uri="{9D8B030D-6E8A-4147-A177-3AD203B41FA5}">
                      <a16:colId xmlns:a16="http://schemas.microsoft.com/office/drawing/2014/main" val="3046373839"/>
                    </a:ext>
                  </a:extLst>
                </a:gridCol>
                <a:gridCol w="2749193">
                  <a:extLst>
                    <a:ext uri="{9D8B030D-6E8A-4147-A177-3AD203B41FA5}">
                      <a16:colId xmlns:a16="http://schemas.microsoft.com/office/drawing/2014/main" val="2268248133"/>
                    </a:ext>
                  </a:extLst>
                </a:gridCol>
                <a:gridCol w="2749193">
                  <a:extLst>
                    <a:ext uri="{9D8B030D-6E8A-4147-A177-3AD203B41FA5}">
                      <a16:colId xmlns:a16="http://schemas.microsoft.com/office/drawing/2014/main" val="1632210112"/>
                    </a:ext>
                  </a:extLst>
                </a:gridCol>
              </a:tblGrid>
              <a:tr h="573669">
                <a:tc>
                  <a:txBody>
                    <a:bodyPr/>
                    <a:lstStyle/>
                    <a:p>
                      <a:r>
                        <a:rPr lang="hu-HU" sz="2000" dirty="0"/>
                        <a:t>Terület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Régebben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Javulás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192879"/>
                  </a:ext>
                </a:extLst>
              </a:tr>
              <a:tr h="1003922">
                <a:tc>
                  <a:txBody>
                    <a:bodyPr/>
                    <a:lstStyle/>
                    <a:p>
                      <a:r>
                        <a:rPr lang="hu-HU" sz="2000" dirty="0"/>
                        <a:t>Forgalomirányítás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Fix idejű közlekedési lámpák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Szenzoros, adaptív lámpavezérlés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Kevesebb dugó, gyorsabb haladás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16613"/>
                  </a:ext>
                </a:extLst>
              </a:tr>
              <a:tr h="1003922">
                <a:tc>
                  <a:txBody>
                    <a:bodyPr/>
                    <a:lstStyle/>
                    <a:p>
                      <a:r>
                        <a:rPr lang="hu-HU" sz="2000"/>
                        <a:t>Biztonság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Kevés figyelmeztető rendszer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Kamerák, radarok, asszisztensek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Kevesebb baleset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946481"/>
                  </a:ext>
                </a:extLst>
              </a:tr>
              <a:tr h="1003922">
                <a:tc>
                  <a:txBody>
                    <a:bodyPr/>
                    <a:lstStyle/>
                    <a:p>
                      <a:r>
                        <a:rPr lang="hu-HU" sz="2000"/>
                        <a:t>Járművek vezérlése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Mechanikus rendszerek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Elektronikus vezérlőegységek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Pontosabb irányítás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829794"/>
                  </a:ext>
                </a:extLst>
              </a:tr>
              <a:tr h="1003922">
                <a:tc>
                  <a:txBody>
                    <a:bodyPr/>
                    <a:lstStyle/>
                    <a:p>
                      <a:r>
                        <a:rPr lang="hu-HU" sz="2000"/>
                        <a:t>Parkolás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Nehézkes, manuális keresés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Okos parkolórendszerek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Idő- és üzemanyag-megtakarítás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704642"/>
                  </a:ext>
                </a:extLst>
              </a:tr>
              <a:tr h="1003922">
                <a:tc>
                  <a:txBody>
                    <a:bodyPr/>
                    <a:lstStyle/>
                    <a:p>
                      <a:r>
                        <a:rPr lang="hu-HU" sz="2000"/>
                        <a:t>Környezetvédelem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Magas károsanyag-kibocsátás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Optimalizált forgalom, elektromos járművek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Csökkent szennyezés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368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12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0</TotalTime>
  <Words>242</Words>
  <Application>Microsoft Office PowerPoint</Application>
  <PresentationFormat>Szélesvásznú</PresentationFormat>
  <Paragraphs>38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Bookman Old Style</vt:lpstr>
      <vt:lpstr>Rockwell</vt:lpstr>
      <vt:lpstr>Times New Roman</vt:lpstr>
      <vt:lpstr>Damask</vt:lpstr>
      <vt:lpstr>Arduino</vt:lpstr>
      <vt:lpstr>Az Arduino</vt:lpstr>
      <vt:lpstr>Mikrokontrolleres érzékelés és vezérlés</vt:lpstr>
      <vt:lpstr>Forgalomban lévő modellek</vt:lpstr>
      <vt:lpstr>Forgalomban lévő modellek javulása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</dc:title>
  <dc:creator>Székely Máté</dc:creator>
  <cp:lastModifiedBy>Székely Máté</cp:lastModifiedBy>
  <cp:revision>4</cp:revision>
  <dcterms:created xsi:type="dcterms:W3CDTF">2025-12-16T10:41:59Z</dcterms:created>
  <dcterms:modified xsi:type="dcterms:W3CDTF">2025-12-16T11:17:06Z</dcterms:modified>
</cp:coreProperties>
</file>