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5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016" autoAdjust="0"/>
    <p:restoredTop sz="94660"/>
  </p:normalViewPr>
  <p:slideViewPr>
    <p:cSldViewPr snapToGrid="0">
      <p:cViewPr varScale="1">
        <p:scale>
          <a:sx n="76" d="100"/>
          <a:sy n="76" d="100"/>
        </p:scale>
        <p:origin x="126" y="78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Címd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hu-HU"/>
              <a:t>Kattintson ide az alcím mintájának szerkesztéséhez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D477A-7398-4FF4-9A85-B373D99AC266}" type="datetimeFigureOut">
              <a:rPr lang="hu-HU" smtClean="0"/>
              <a:t>2025. 11. 19.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74DA7-AA3A-4C26-B185-01BB6517032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12911093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ím és tartal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D477A-7398-4FF4-9A85-B373D99AC266}" type="datetimeFigureOut">
              <a:rPr lang="hu-HU" smtClean="0"/>
              <a:t>2025. 11. 19.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74DA7-AA3A-4C26-B185-01BB6517032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3924934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zakaszfejlé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D477A-7398-4FF4-9A85-B373D99AC266}" type="datetimeFigureOut">
              <a:rPr lang="hu-HU" smtClean="0"/>
              <a:t>2025. 11. 19.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74DA7-AA3A-4C26-B185-01BB6517032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24755999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tartalomrész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D477A-7398-4FF4-9A85-B373D99AC266}" type="datetimeFigureOut">
              <a:rPr lang="hu-HU" smtClean="0"/>
              <a:t>2025. 11. 19.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74DA7-AA3A-4C26-B185-01BB6517032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186669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Összehasonlít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D477A-7398-4FF4-9A85-B373D99AC266}" type="datetimeFigureOut">
              <a:rPr lang="hu-HU" smtClean="0"/>
              <a:t>2025. 11. 19.</a:t>
            </a:fld>
            <a:endParaRPr lang="hu-H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74DA7-AA3A-4C26-B185-01BB6517032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31902967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Csak cí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D477A-7398-4FF4-9A85-B373D99AC266}" type="datetimeFigureOut">
              <a:rPr lang="hu-HU" smtClean="0"/>
              <a:t>2025. 11. 19.</a:t>
            </a:fld>
            <a:endParaRPr lang="hu-H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74DA7-AA3A-4C26-B185-01BB6517032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8930413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Ür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D477A-7398-4FF4-9A85-B373D99AC266}" type="datetimeFigureOut">
              <a:rPr lang="hu-HU" smtClean="0"/>
              <a:t>2025. 11. 19.</a:t>
            </a:fld>
            <a:endParaRPr lang="hu-H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74DA7-AA3A-4C26-B185-01BB6517032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9502411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Tartalomrész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D477A-7398-4FF4-9A85-B373D99AC266}" type="datetimeFigureOut">
              <a:rPr lang="hu-HU" smtClean="0"/>
              <a:t>2025. 11. 19.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74DA7-AA3A-4C26-B185-01BB6517032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72443026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Kép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hu-HU"/>
              <a:t>Kép beszúrásához kattintson az ikonra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D477A-7398-4FF4-9A85-B373D99AC266}" type="datetimeFigureOut">
              <a:rPr lang="hu-HU" smtClean="0"/>
              <a:t>2025. 11. 19.</a:t>
            </a:fld>
            <a:endParaRPr lang="hu-H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74DA7-AA3A-4C26-B185-01BB6517032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0707206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ím és képaláírá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D477A-7398-4FF4-9A85-B373D99AC266}" type="datetimeFigureOut">
              <a:rPr lang="hu-HU" smtClean="0"/>
              <a:t>2025. 11. 19.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74DA7-AA3A-4C26-B185-01BB6517032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27629482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dézet képaláíráss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D477A-7398-4FF4-9A85-B373D99AC266}" type="datetimeFigureOut">
              <a:rPr lang="hu-HU" smtClean="0"/>
              <a:t>2025. 11. 19.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74DA7-AA3A-4C26-B185-01BB65170328}" type="slidenum">
              <a:rPr lang="hu-HU" smtClean="0"/>
              <a:t>‹#›</a:t>
            </a:fld>
            <a:endParaRPr lang="hu-HU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91918194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D477A-7398-4FF4-9A85-B373D99AC266}" type="datetimeFigureOut">
              <a:rPr lang="hu-HU" smtClean="0"/>
              <a:t>2025. 11. 19.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74DA7-AA3A-4C26-B185-01BB6517032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307448858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évkártya idézet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D477A-7398-4FF4-9A85-B373D99AC266}" type="datetimeFigureOut">
              <a:rPr lang="hu-HU" smtClean="0"/>
              <a:t>2025. 11. 19.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74DA7-AA3A-4C26-B185-01BB65170328}" type="slidenum">
              <a:rPr lang="hu-HU" smtClean="0"/>
              <a:t>‹#›</a:t>
            </a:fld>
            <a:endParaRPr lang="hu-HU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0320227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Igaz vagy hami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hu-HU"/>
              <a:t>Mintaszöveg szerkesztése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D477A-7398-4FF4-9A85-B373D99AC266}" type="datetimeFigureOut">
              <a:rPr lang="hu-HU" smtClean="0"/>
              <a:t>2025. 11. 19.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74DA7-AA3A-4C26-B185-01BB6517032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17686068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Cím és függőlege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D477A-7398-4FF4-9A85-B373D99AC266}" type="datetimeFigureOut">
              <a:rPr lang="hu-HU" smtClean="0"/>
              <a:t>2025. 11. 19.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74DA7-AA3A-4C26-B185-01BB6517032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419068180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Függőleges cím és szöve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2FD477A-7398-4FF4-9A85-B373D99AC266}" type="datetimeFigureOut">
              <a:rPr lang="hu-HU" smtClean="0"/>
              <a:t>2025. 11. 19.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1374DA7-AA3A-4C26-B185-01BB6517032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318413584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hu-HU"/>
              <a:t>Mintacím szerkesztése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hu-HU"/>
              <a:t>Mintaszöveg szerkesztése</a:t>
            </a:r>
          </a:p>
          <a:p>
            <a:pPr lvl="1"/>
            <a:r>
              <a:rPr lang="hu-HU"/>
              <a:t>Második szint</a:t>
            </a:r>
          </a:p>
          <a:p>
            <a:pPr lvl="2"/>
            <a:r>
              <a:rPr lang="hu-HU"/>
              <a:t>Harmadik szint</a:t>
            </a:r>
          </a:p>
          <a:p>
            <a:pPr lvl="3"/>
            <a:r>
              <a:rPr lang="hu-HU"/>
              <a:t>Negyedik szint</a:t>
            </a:r>
          </a:p>
          <a:p>
            <a:pPr lvl="4"/>
            <a:r>
              <a:rPr lang="hu-HU"/>
              <a:t>Ötödik szint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FD477A-7398-4FF4-9A85-B373D99AC266}" type="datetimeFigureOut">
              <a:rPr lang="hu-HU" smtClean="0"/>
              <a:t>2025. 11. 19.</a:t>
            </a:fld>
            <a:endParaRPr lang="hu-H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hu-H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E1374DA7-AA3A-4C26-B185-01BB65170328}" type="slidenum">
              <a:rPr lang="hu-HU" smtClean="0"/>
              <a:t>‹#›</a:t>
            </a:fld>
            <a:endParaRPr lang="hu-HU"/>
          </a:p>
        </p:txBody>
      </p:sp>
    </p:spTree>
    <p:extLst>
      <p:ext uri="{BB962C8B-B14F-4D97-AF65-F5344CB8AC3E}">
        <p14:creationId xmlns:p14="http://schemas.microsoft.com/office/powerpoint/2010/main" val="5228899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6" r:id="rId1"/>
    <p:sldLayoutId id="2147483697" r:id="rId2"/>
    <p:sldLayoutId id="2147483698" r:id="rId3"/>
    <p:sldLayoutId id="2147483699" r:id="rId4"/>
    <p:sldLayoutId id="2147483700" r:id="rId5"/>
    <p:sldLayoutId id="2147483701" r:id="rId6"/>
    <p:sldLayoutId id="2147483702" r:id="rId7"/>
    <p:sldLayoutId id="2147483703" r:id="rId8"/>
    <p:sldLayoutId id="2147483704" r:id="rId9"/>
    <p:sldLayoutId id="2147483705" r:id="rId10"/>
    <p:sldLayoutId id="2147483706" r:id="rId11"/>
    <p:sldLayoutId id="2147483707" r:id="rId12"/>
    <p:sldLayoutId id="2147483708" r:id="rId13"/>
    <p:sldLayoutId id="2147483709" r:id="rId14"/>
    <p:sldLayoutId id="2147483710" r:id="rId15"/>
    <p:sldLayoutId id="2147483711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9B85C14-3C3E-4A89-87AF-E47345374A1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b="1" dirty="0"/>
              <a:t>The role of Cisco routers in modern network infrastructure</a:t>
            </a:r>
            <a:br>
              <a:rPr lang="en-US" dirty="0"/>
            </a:br>
            <a:endParaRPr lang="hu-H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Alcím 2">
            <a:extLst>
              <a:ext uri="{FF2B5EF4-FFF2-40B4-BE49-F238E27FC236}">
                <a16:creationId xmlns:a16="http://schemas.microsoft.com/office/drawing/2014/main" id="{CE55B434-6B86-478A-92DC-6C24B7EA7D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-156633" y="5875338"/>
            <a:ext cx="3327400" cy="1655762"/>
          </a:xfrm>
        </p:spPr>
        <p:txBody>
          <a:bodyPr/>
          <a:lstStyle/>
          <a:p>
            <a:r>
              <a:rPr lang="hu-HU" u="sng" dirty="0"/>
              <a:t>Készítette: </a:t>
            </a:r>
            <a:r>
              <a:rPr lang="hu-HU" dirty="0"/>
              <a:t>Kabai Balázs</a:t>
            </a:r>
          </a:p>
        </p:txBody>
      </p:sp>
    </p:spTree>
    <p:extLst>
      <p:ext uri="{BB962C8B-B14F-4D97-AF65-F5344CB8AC3E}">
        <p14:creationId xmlns:p14="http://schemas.microsoft.com/office/powerpoint/2010/main" val="188947209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6054B20C-D8AC-4FAF-A10F-F5E99B8FD7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6600" b="1" dirty="0"/>
              <a:t>A brief introduction to Cisco</a:t>
            </a:r>
            <a:br>
              <a:rPr lang="en-US" sz="6600" dirty="0"/>
            </a:br>
            <a:endParaRPr lang="hu-HU" sz="66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816B9F28-2446-4D3F-83D6-A92BC7782A0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524830"/>
            <a:ext cx="6497420" cy="120032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dirty="0"/>
              <a:t>Founded in the 1980s</a:t>
            </a:r>
            <a:br>
              <a:rPr lang="en-US" dirty="0"/>
            </a:br>
            <a:r>
              <a:rPr lang="en-US" dirty="0"/>
              <a:t>One of the world’s leading networking technology companies</a:t>
            </a:r>
            <a:br>
              <a:rPr lang="en-US" dirty="0"/>
            </a:br>
            <a:r>
              <a:rPr lang="en-US" dirty="0"/>
              <a:t>Its products: routers, switches, security and cloud solutions</a:t>
            </a:r>
            <a:br>
              <a:rPr lang="en-US" dirty="0"/>
            </a:br>
            <a:r>
              <a:rPr lang="en-US" dirty="0"/>
              <a:t>Reliability, scalability, wide-ranging support</a:t>
            </a:r>
            <a:endParaRPr kumimoji="0" lang="hu-HU" altLang="hu-HU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434296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1E2E42B5-404C-422D-9AA2-BB510E2AD8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4" y="609600"/>
            <a:ext cx="8898466" cy="1320800"/>
          </a:xfrm>
        </p:spPr>
        <p:txBody>
          <a:bodyPr>
            <a:normAutofit fontScale="90000"/>
          </a:bodyPr>
          <a:lstStyle/>
          <a:p>
            <a:r>
              <a:rPr lang="hu-HU" sz="6600" b="1" dirty="0"/>
              <a:t>The </a:t>
            </a:r>
            <a:r>
              <a:rPr lang="hu-HU" sz="6600" b="1" dirty="0" err="1"/>
              <a:t>operation</a:t>
            </a:r>
            <a:r>
              <a:rPr lang="hu-HU" sz="6600" b="1" dirty="0"/>
              <a:t> of </a:t>
            </a:r>
            <a:r>
              <a:rPr lang="hu-HU" sz="6600" b="1" dirty="0" err="1"/>
              <a:t>routers</a:t>
            </a:r>
            <a:br>
              <a:rPr lang="hu-HU" sz="6600" dirty="0"/>
            </a:br>
            <a:endParaRPr lang="hu-HU" sz="66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C5030FDC-5473-4A42-8C06-0066BEEB85A9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2322830"/>
            <a:ext cx="5189369" cy="147732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dirty="0"/>
              <a:t>Task: directing data packets between networks</a:t>
            </a:r>
            <a:br>
              <a:rPr lang="en-US" dirty="0"/>
            </a:br>
            <a:r>
              <a:rPr lang="en-US" dirty="0"/>
              <a:t>Hardware + software working together</a:t>
            </a:r>
            <a:br>
              <a:rPr lang="en-US" dirty="0"/>
            </a:br>
            <a:r>
              <a:rPr lang="en-US" dirty="0"/>
              <a:t>Cisco IOS: the operating system of the devices</a:t>
            </a:r>
            <a:br>
              <a:rPr lang="en-US" dirty="0"/>
            </a:br>
            <a:r>
              <a:rPr lang="en-US" dirty="0"/>
              <a:t>CLI and graphical interface (Meraki Dashboard)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hu-HU" altLang="hu-HU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72916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C69D773A-1DE1-42A1-8606-E4F8D526F8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6600" b="1" dirty="0"/>
              <a:t>The role of Cisco IOS</a:t>
            </a:r>
            <a:br>
              <a:rPr lang="en-US" sz="6600" dirty="0"/>
            </a:br>
            <a:endParaRPr lang="hu-HU" sz="66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89276AE-A7ED-4E4D-99E9-ABD1DBE1D0B3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38200" y="1828561"/>
            <a:ext cx="7040582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>
              <a:buNone/>
            </a:pPr>
            <a:r>
              <a:rPr lang="en-US" sz="2800" dirty="0"/>
              <a:t>Customizable configuration</a:t>
            </a:r>
            <a:br>
              <a:rPr lang="en-US" sz="2800" dirty="0"/>
            </a:br>
            <a:r>
              <a:rPr lang="en-US" sz="2800" dirty="0"/>
              <a:t>Routing, firewall, traffic filtering, security</a:t>
            </a:r>
            <a:br>
              <a:rPr lang="en-US" sz="2800" dirty="0"/>
            </a:br>
            <a:r>
              <a:rPr lang="en-US" sz="2800" dirty="0"/>
              <a:t>Flexibility: for different networking needs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hu-HU" altLang="hu-HU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2679139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B41C1E44-56D8-45E0-A869-8A10B4A77A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r>
              <a:rPr lang="en-US" sz="6600" b="1" dirty="0"/>
              <a:t>Cisco solutions for small businesses</a:t>
            </a:r>
            <a:br>
              <a:rPr lang="en-US" sz="6600" dirty="0"/>
            </a:br>
            <a:endParaRPr lang="hu-HU" sz="66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8387789-8A77-4547-A5DA-34B2781B1514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868175" y="2971105"/>
            <a:ext cx="7623177" cy="13849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2800" dirty="0"/>
              <a:t>Integrated Services Router series</a:t>
            </a:r>
            <a:br>
              <a:rPr lang="en-US" sz="2800" dirty="0"/>
            </a:br>
            <a:r>
              <a:rPr lang="en-US" sz="2800" dirty="0"/>
              <a:t>Routing + security + VoIP + Wi-Fi in one device</a:t>
            </a:r>
            <a:br>
              <a:rPr lang="en-US" sz="2800" dirty="0"/>
            </a:br>
            <a:r>
              <a:rPr lang="en-US" sz="2800" dirty="0"/>
              <a:t>Ideal for small businesses and offices</a:t>
            </a:r>
            <a:endParaRPr kumimoji="0" lang="hu-HU" altLang="hu-HU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5738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57E83A52-D5F4-4951-9DAD-5C3E9F277A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sz="5400" b="1" dirty="0"/>
              <a:t>Cisco solutions for large enterprises</a:t>
            </a:r>
            <a:br>
              <a:rPr lang="en-US" sz="5400" dirty="0"/>
            </a:br>
            <a:endParaRPr lang="hu-HU" sz="54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B7802142-87AE-4C44-A71B-1161316B2795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77334" y="2521060"/>
            <a:ext cx="9657708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2800" dirty="0"/>
              <a:t>Multi-ten-gigabit performance</a:t>
            </a:r>
            <a:br>
              <a:rPr lang="en-US" sz="2800" dirty="0"/>
            </a:br>
            <a:r>
              <a:rPr lang="en-US" sz="2800" dirty="0"/>
              <a:t>Redundant hardware components (power supply, fan, etc.)</a:t>
            </a:r>
            <a:br>
              <a:rPr lang="en-US" sz="2800" dirty="0"/>
            </a:br>
            <a:r>
              <a:rPr lang="en-US" sz="2800" dirty="0"/>
              <a:t>High availability and scalability</a:t>
            </a:r>
            <a:br>
              <a:rPr lang="en-US" sz="2800" dirty="0"/>
            </a:br>
            <a:r>
              <a:rPr lang="en-US" sz="2800" dirty="0"/>
              <a:t>Real-time traffic optimization</a:t>
            </a:r>
            <a:endParaRPr kumimoji="0" lang="hu-HU" altLang="hu-HU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687140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992EF74C-A7AA-4104-A603-C0797DD61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hu-HU" sz="6600" dirty="0" err="1"/>
              <a:t>Summary</a:t>
            </a:r>
            <a:endParaRPr lang="hu-HU" sz="6600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721AC096-00A2-440A-8C92-85A77B4C76CF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77334" y="2229754"/>
            <a:ext cx="7446719" cy="181588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lvl="0" indent="0" defTabSz="914400" eaLnBrk="0" fontAlgn="base" hangingPunct="0"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</a:pPr>
            <a:r>
              <a:rPr lang="en-US" sz="2800" dirty="0"/>
              <a:t>Advanced technology, security, and stability</a:t>
            </a:r>
            <a:br>
              <a:rPr lang="en-US" sz="2800" dirty="0"/>
            </a:br>
            <a:r>
              <a:rPr lang="en-US" sz="2800" dirty="0"/>
              <a:t>Offers solutions for networks of all sizes</a:t>
            </a:r>
            <a:br>
              <a:rPr lang="en-US" sz="2800" dirty="0"/>
            </a:br>
            <a:r>
              <a:rPr lang="en-US" sz="2800" dirty="0"/>
              <a:t>Global support and expertise</a:t>
            </a:r>
            <a:br>
              <a:rPr lang="en-US" sz="2800" dirty="0"/>
            </a:br>
            <a:r>
              <a:rPr lang="en-US" sz="2800" dirty="0"/>
              <a:t>A leading player in the networking world</a:t>
            </a:r>
            <a:endParaRPr kumimoji="0" lang="hu-HU" altLang="hu-HU" sz="2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85161021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ím 1">
            <a:extLst>
              <a:ext uri="{FF2B5EF4-FFF2-40B4-BE49-F238E27FC236}">
                <a16:creationId xmlns:a16="http://schemas.microsoft.com/office/drawing/2014/main" id="{F6FC58CA-9CBB-4E34-A001-2D1E2368D96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2766218"/>
            <a:ext cx="10515600" cy="1325563"/>
          </a:xfrm>
        </p:spPr>
        <p:txBody>
          <a:bodyPr/>
          <a:lstStyle/>
          <a:p>
            <a:pPr algn="ctr"/>
            <a:r>
              <a:rPr lang="en-US" dirty="0"/>
              <a:t>Thank you for your attention!</a:t>
            </a:r>
            <a:br>
              <a:rPr lang="en-US" dirty="0"/>
            </a:br>
            <a:endParaRPr lang="hu-HU" dirty="0"/>
          </a:p>
        </p:txBody>
      </p:sp>
    </p:spTree>
    <p:extLst>
      <p:ext uri="{BB962C8B-B14F-4D97-AF65-F5344CB8AC3E}">
        <p14:creationId xmlns:p14="http://schemas.microsoft.com/office/powerpoint/2010/main" val="33511071"/>
      </p:ext>
    </p:extLst>
  </p:cSld>
  <p:clrMapOvr>
    <a:masterClrMapping/>
  </p:clrMapOvr>
</p:sld>
</file>

<file path=ppt/theme/theme1.xml><?xml version="1.0" encoding="utf-8"?>
<a:theme xmlns:a="http://schemas.openxmlformats.org/drawingml/2006/main" name="Dimenzió">
  <a:themeElements>
    <a:clrScheme name="Dimenzió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Dimenzió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imenzió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0</TotalTime>
  <Words>206</Words>
  <Application>Microsoft Office PowerPoint</Application>
  <PresentationFormat>Szélesvásznú</PresentationFormat>
  <Paragraphs>15</Paragraphs>
  <Slides>8</Slides>
  <Notes>0</Notes>
  <HiddenSlides>0</HiddenSlides>
  <MMClips>0</MMClips>
  <ScaleCrop>false</ScaleCrop>
  <HeadingPairs>
    <vt:vector size="6" baseType="variant">
      <vt:variant>
        <vt:lpstr>Használt betűtípusok</vt:lpstr>
      </vt:variant>
      <vt:variant>
        <vt:i4>4</vt:i4>
      </vt:variant>
      <vt:variant>
        <vt:lpstr>Téma</vt:lpstr>
      </vt:variant>
      <vt:variant>
        <vt:i4>1</vt:i4>
      </vt:variant>
      <vt:variant>
        <vt:lpstr>Diacímek</vt:lpstr>
      </vt:variant>
      <vt:variant>
        <vt:i4>8</vt:i4>
      </vt:variant>
    </vt:vector>
  </HeadingPairs>
  <TitlesOfParts>
    <vt:vector size="13" baseType="lpstr">
      <vt:lpstr>Arial</vt:lpstr>
      <vt:lpstr>Times New Roman</vt:lpstr>
      <vt:lpstr>Trebuchet MS</vt:lpstr>
      <vt:lpstr>Wingdings 3</vt:lpstr>
      <vt:lpstr>Dimenzió</vt:lpstr>
      <vt:lpstr>The role of Cisco routers in modern network infrastructure </vt:lpstr>
      <vt:lpstr>A brief introduction to Cisco </vt:lpstr>
      <vt:lpstr>The operation of routers </vt:lpstr>
      <vt:lpstr>The role of Cisco IOS </vt:lpstr>
      <vt:lpstr>Cisco solutions for small businesses </vt:lpstr>
      <vt:lpstr>Cisco solutions for large enterprises </vt:lpstr>
      <vt:lpstr>Summary</vt:lpstr>
      <vt:lpstr>Thank you for your attention! 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Cisco routerek szerepe a modern hálózati infrastruktúrában</dc:title>
  <dc:creator>Kabai Balázs</dc:creator>
  <cp:lastModifiedBy>Kabai Balázs</cp:lastModifiedBy>
  <cp:revision>5</cp:revision>
  <dcterms:created xsi:type="dcterms:W3CDTF">2025-11-04T08:12:53Z</dcterms:created>
  <dcterms:modified xsi:type="dcterms:W3CDTF">2025-11-19T11:05:28Z</dcterms:modified>
</cp:coreProperties>
</file>